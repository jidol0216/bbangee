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🤖 실시간 얼굴 추적 로봇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Doosan M0609 + RealSense D435i + ROS2</a:t>
            </a:r>
            <a:br/>
            <a:br/>
            <a:r>
              <a:t>Rokey Bootcamp Col2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발표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전체 시나리오 - 군 위병소 자동화 시스템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프로젝트 소개 - 무엇을 만들었나?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문제 정의 - 왜 어려운가?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개발 히스토리 - 어떻게 해결했나? (Day 1~4)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MPC → Joint 전환 - 왜 제어 방식을 바꿨나?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시스템 아키텍처 - 전체 구조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기술 선택 비교 - 왜 이 기술을 선택했나?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핵심 알고리즘 - EKF, Joint Control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결과 및 성과 - 무엇을 달성했나?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미완성 모듈 &amp;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전체 시나리오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🏛️ 군 위병소 자동화 시스템 (ver1)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장소: 군 부대 위병소  |  상황: 로봇팔이 초병 역할</a:t>
            </a:r>
            <a:br/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STEP 1: 권총 파지                                                │</a:t>
            </a:r>
            <a:br/>
            <a:r>
              <a:t>    │   → 아무렇게 올려진 권총을 SAM3 기반 그리퍼로 파지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STEP 2: 사격 위치 이동                                           │</a:t>
            </a:r>
            <a:br/>
            <a:r>
              <a:t>    │   → 사로(射路)에 고정 → 다시 파지         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STEP 3: 사주 경계 (★ 현재 구현된 부분)                            │</a:t>
            </a:r>
            <a:br/>
            <a:r>
              <a:t>    │   → 헤드샷 트래킹 (YOLOv8-face + EKF + Joint Control)            │</a:t>
            </a:r>
            <a:br/>
            <a:r>
              <a:t>    │   → 레이저 포인터 활성화 (가장 가까운 사람)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STEP 4: 피아 식별                                                │</a:t>
            </a:r>
            <a:br/>
            <a:r>
              <a:t>    │   → 아군/적군 클래스 구분 (학습 데이터 기반)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🔀 피아식별 분기 로직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   피아 식별 결과                             │</a:t>
            </a:r>
            <a:br/>
            <a:r>
              <a:t>    └───────────────────────────┬─────────────────────────────────────┘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│</a:t>
            </a:r>
            <a:br/>
            <a:r>
              <a:t>            ┌───────────────────┴───────────────────┐</a:t>
            </a:r>
            <a:br/>
            <a:r>
              <a:t>            ▼                                       ▼</a:t>
            </a:r>
            <a:br/>
            <a:r>
              <a:t>    ┌───────────────┐                      ┌───────────────┐</a:t>
            </a:r>
            <a:br/>
            <a:r>
              <a:t>    │   👤 아군     │                      │   💀 적군     │</a:t>
            </a:r>
            <a:br/>
            <a:r>
              <a:t>    └───────┬───────┘                      └───────┬───────┘</a:t>
            </a:r>
            <a:br/>
            <a:r>
              <a:t>            │                                      │</a:t>
            </a:r>
            <a:br/>
            <a:r>
              <a:t>            ▼                                      ▼</a:t>
            </a:r>
            <a:br/>
            <a:r>
              <a:t>    "암구호를 말하라"                        "암구호를 말하라"</a:t>
            </a:r>
            <a:br/>
            <a:r>
              <a:t>            │                                      │</a:t>
            </a:r>
            <a:br/>
            <a:r>
              <a:t>      ┌─────┴─────┐                          ┌─────┴─────┐</a:t>
            </a:r>
            <a:br/>
            <a:r>
              <a:t>      ▼           ▼                          ▼           ▼</a:t>
            </a:r>
            <a:br/>
            <a:r>
              <a:t>   ✅ 정답     ❌ 오답                    ✅ 정답     ❌ 오답</a:t>
            </a:r>
            <a:br/>
            <a:r>
              <a:t>      │           │                          │           │</a:t>
            </a:r>
            <a:br/>
            <a:r>
              <a:t>      ▼           ▼                          ▼           ▼</a:t>
            </a:r>
            <a:br/>
            <a:r>
              <a:t>   "통과"     📸 웹캠 캡처              📸 웹캠 캡처   🔫 헤드샷</a:t>
            </a:r>
            <a:br/>
            <a:r>
              <a:t>   음성출력    + 웹 UI 알림             + 웹 UI 경고    발사!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프로젝트 소개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프로젝트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"로봇이 사람 얼굴을 실시간으로 추적하며 바라본다"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💡 핵심 가치: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실시간성: 30fps 감지, &lt;100ms 반응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안정성: EKF 기반 노이즈 제거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단순성: IK 없이 조인트 직접 제어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🎬 [데모 영상/GIF 삽입 위치]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2️⃣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문제 정의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❓ 얼굴 추적이 왜 어려운가?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┌──────────────┐     ┌──────────────┐     ┌──────────────┐</a:t>
            </a:r>
            <a:br/>
            <a:r>
              <a:t>    │   얼굴 감지   │ ──▶ │  3D 위치 추정  │ ──▶ │   로봇 제어   │</a:t>
            </a:r>
            <a:br/>
            <a:r>
              <a:t>    │  (2D 이미지)  │     │  (깊이 정보)   │     │ (6축 매니퓰레이터)│</a:t>
            </a:r>
            <a:br/>
            <a:r>
              <a:t>    └──────────────┘     └──────────────┘     └──────────────┘</a:t>
            </a:r>
            <a:br/>
            <a:r>
              <a:t>           ↓                    ↓                    ↓</a:t>
            </a:r>
            <a:br/>
            <a:r>
              <a:t>       🔴 노이즈 多          🔴 좌표계 복잡         🔴 특이점 문제</a:t>
            </a:r>
            <a:br/>
            <a:r>
              <a:t>       🔴 조명 변화          🔴 깊이 오차           🔴 IK 계산 복잡</a:t>
            </a:r>
            <a:br/>
            <a:r>
              <a:t>       🔴 측면 얼굴          🔴 동기화 문제         🔴 반응 지연</a:t>
            </a:r>
            <a:br/>
            <a:br/>
            <a:br/>
            <a:r>
              <a:t>    🎯 우리가 풀고자 한 문제:</a:t>
            </a:r>
            <a:br/>
            <a:r>
              <a:t>       1. 빠른 감지: 실시간 30fps 이상</a:t>
            </a:r>
            <a:br/>
            <a:r>
              <a:t>       2. 정확한 추정: 3D 위치 오차 최소화</a:t>
            </a:r>
            <a:br/>
            <a:r>
              <a:t>       3. 부드러운 제어: 떨림 없는 로봇 동작</a:t>
            </a:r>
            <a:br/>
            <a:r>
              <a:t>       4. 안전한 동작: 특이점/충돌 방지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3️⃣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개발 히스토리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📅 전체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Dec 8 (Day 1)  ──▶  Dec 9 (Day 2)  ──▶  Dec 10 (Day 3)  ──▶  Dec 12-13 (Day 4)</a:t>
            </a:r>
            <a:br/>
            <a:r>
              <a:t>        │                   │                    │                      │</a:t>
            </a:r>
            <a:br/>
            <a:r>
              <a:t>        ▼                   ▼                    ▼                      ▼</a:t>
            </a:r>
            <a:br/>
            <a:r>
              <a:t>    ┌─────────┐      ┌───────────┐      ┌────────────────┐      ┌─────────────────┐</a:t>
            </a:r>
            <a:br/>
            <a:r>
              <a:t>    │ 환경 구축 │      │ YOLO 학습  │      │ MediaPipe+MPC  │      │ YOLOv8+EKF+Joint│</a:t>
            </a:r>
            <a:br/>
            <a:r>
              <a:t>    │캘리브레이션│      │ CNN 이론   │      │ 얼굴추적 v1    │      │ 최종 시스템      │</a:t>
            </a:r>
            <a:br/>
            <a:r>
              <a:t>    └─────────┘      └───────────┘      └────────────────┘      └─────────────────┘</a:t>
            </a:r>
            <a:br/>
            <a:r>
              <a:t>    </a:t>
            </a:r>
            <a:br/>
            <a:r>
              <a:t>    </a:t>
            </a:r>
            <a:br/>
            <a:r>
              <a:t>    🔧 기술 스택 발전:</a:t>
            </a:r>
            <a:br/>
            <a:r>
              <a:t>    </a:t>
            </a:r>
            <a:br/>
            <a:r>
              <a:t>       감지: Haar ─────▶ MediaPipe ─────▶ YOLOv8 + TensorRT</a:t>
            </a:r>
            <a:br/>
            <a:r>
              <a:t>       추적: 없음 ─────▶ Moving Avg ────▶ EKF 9-state</a:t>
            </a:r>
            <a:br/>
            <a:r>
              <a:t>       제어: 없음 ─────▶ Cartesian  ────▶ Joint-space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📅 Day 1: 환경 구축 및 캘리브레이션 (Dec 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작업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상세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카메라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RealSense D435i 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30Hz RGB+Depth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Modbus 통신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OnRobot RG2 그리퍼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열기/닫기 제어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캘리브레이션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Eye-on-Hand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T_gripper2camera.npy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URDF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로봇+그리퍼+카메라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TF 트리 완성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📅 Day 2: 딥러닝 기초 및 YOLO 학습 (Dec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📚 이론 학습: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CNN 구조: Conv → Pool → FC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Object Detection: R-CNN → YOLO 발전 과정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YOLO 원리: Single-shot detection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💻 실습: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YOLOv8 학습: Ultralytics 프레임워크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추론 테스트: 실시간 객체 검출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💡 인사이트: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"얼굴 검출에는 얼굴 특화 모델이 필요하다"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→ YOLOv8n-face 모델 발견!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📅 Day 3: 실시간 추적 시스템 v1 (Dec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🔴 문제 1: Haar Cascade 정확도 60-70%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→ 해결: MediaPipe 교체 → 90%+ 달성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🔴 문제 2: Tracking Node 병목 (2-4Hz)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→ 원인: 타이머 0.1초, TF2 블로킹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→ 해결: 타이머 0.033초, 타임아웃 단축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→ 결과: 2-4Hz → 30.3Hz (10배 향상!)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🔴 문제 3: MPC 제어기 구현 시도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→ N=10 예측, Q=100 추적, R=1 제어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→ 하지만... 특이점/IK 문제 발생!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📅 Day 4: 최종 시스템 완성 (Dec 12-13)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⚡ Phase 1: YOLO + TensorRT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YOLOv8n-face → TensorRT 엔진 변환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추론 시간: 7.6ms (FP16)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⚡ Phase 2: MPC/Cartesian 포기 결정 🚨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movel() 기반 → 특이점 문제 발생!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IK 계산 지연 → 실시간성 저하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⚡ Phase 3: Joint-space 직접 제어 (해결책)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핵심: "얼굴 추적 = 방향 추적 문제"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J1(수평) + J4(수직) 직접 제어 → IK 불필요!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⚡ Phase 4: 9-state EKF → 노이즈 80% 감소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MPC → Joint 전환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🚨 MPC 제어기의 문제점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MPC (Model Predictive Control)               │</a:t>
            </a:r>
            <a:br/>
            <a:r>
              <a:t>    │                                                                 │</a:t>
            </a:r>
            <a:br/>
            <a:r>
              <a:t>    │   목표 위치 (x,y,z) → IK 계산 → 관절각 → 로봇 이동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│</a:t>
            </a:r>
            <a:br/>
            <a:r>
              <a:t>                        ┌───────────┴───────────┐</a:t>
            </a:r>
            <a:br/>
            <a:r>
              <a:t>                        ▼                       ▼</a:t>
            </a:r>
            <a:br/>
            <a:r>
              <a:t>               ┌─────────────┐         ┌─────────────┐</a:t>
            </a:r>
            <a:br/>
            <a:r>
              <a:t>               │ 🔴 특이점   │         │ 🔴 IK 지연  │</a:t>
            </a:r>
            <a:br/>
            <a:r>
              <a:t>               │   문제      │         │    문제     │</a:t>
            </a:r>
            <a:br/>
            <a:r>
              <a:t>               └─────────────┘         └─────────────┘</a:t>
            </a:r>
            <a:br/>
            <a:r>
              <a:t>                      │                       │</a:t>
            </a:r>
            <a:br/>
            <a:r>
              <a:t>                      ▼                       ▼</a:t>
            </a:r>
            <a:br/>
            <a:r>
              <a:t>             팔이 완전히 펴지거나      실시간 30Hz에서</a:t>
            </a:r>
            <a:br/>
            <a:r>
              <a:t>             접히면 IK 해 없음         IK 계산이 병목</a:t>
            </a:r>
            <a:br/>
            <a:br/>
            <a:r>
              <a:t>    💡 Day 3 시도한 MPC 파라미터:</a:t>
            </a:r>
            <a:br/>
            <a:r>
              <a:t>       • 예측 구간: N = 10 스텝</a:t>
            </a:r>
            <a:br/>
            <a:r>
              <a:t>       • 추적 가중치: Q = 100 (위치 오차 패널티)</a:t>
            </a:r>
            <a:br/>
            <a:r>
              <a:t>       • 제어 가중치: R = 1 (제어 입력 패널티)</a:t>
            </a:r>
            <a:br/>
            <a:r>
              <a:t>       • 부드러움: S = 10 (가속도 변화 패널티)</a:t>
            </a:r>
            <a:br/>
            <a:r>
              <a:t>       → 결과: 간헐적 특이점 진입, 불안정한 동작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발상의 전환: 위치 →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기존 MPC 접근 (위치 추적)                                       │</a:t>
            </a:r>
            <a:br/>
            <a:r>
              <a:t>    │                                                                 │</a:t>
            </a:r>
            <a:br/>
            <a:r>
              <a:t>    │    "로봇 End-Effector를 얼굴 위치(x,y,z)로 이동시켜라"           │</a:t>
            </a:r>
            <a:br/>
            <a:r>
              <a:t>    │    → 6축 IK 계산 필요 → 특이점 위험 → 복잡함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▼</a:t>
            </a:r>
            <a:br/>
            <a:r>
              <a:t>                              🔄 발상 전환!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새로운 Joint 접근 (방향 추적)                                   │</a:t>
            </a:r>
            <a:br/>
            <a:r>
              <a:t>    │                                                                 │</a:t>
            </a:r>
            <a:br/>
            <a:r>
              <a:t>    │    "로봇이 얼굴 방향만 바라보면 된다!"                            │</a:t>
            </a:r>
            <a:br/>
            <a:r>
              <a:t>    │    → 2축만 제어 (J1: 수평, J4: 수직)                            │</a:t>
            </a:r>
            <a:br/>
            <a:r>
              <a:t>    │    → IK 불필요 → 특이점 없음 → 단순함  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  🎯 핵심 인사이트:</a:t>
            </a:r>
            <a:br/>
            <a:r>
              <a:t>       "로봇팔 끝에 레이저 포인터가 달려있다고 생각하면,</a:t>
            </a:r>
            <a:br/>
            <a:r>
              <a:t>        레이저가 얼굴을 가리키기만 하면 됨!"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MPC vs Joint-space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MPC (Day 3)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Joint-space (Day 4)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IK 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필요 (6축)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불필요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특이점 위험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있음 (치명적)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없음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제어 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~10Hz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50Hz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구현 복잡도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낮음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코드 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~300줄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~100줄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안정성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불안정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매우 안정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4️⃣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🏗️ 전체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    RealSense D435i                              │</a:t>
            </a:r>
            <a:br/>
            <a:r>
              <a:t>    │                      (RGB 640x480 + Depth)                           │</a:t>
            </a:r>
            <a:br/>
            <a:r>
              <a:t>    └───────────────────────────────┬─────────────────────────────────────┘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│ 30Hz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Face Detection Node                              │</a:t>
            </a:r>
            <a:br/>
            <a:r>
              <a:t>    │     CLAHE 전처리 → YOLOv8-face → ROI Tracking → Confidence Filter   │</a:t>
            </a:r>
            <a:br/>
            <a:r>
              <a:t>    │                        TensorRT FP16 (7.6ms)                         │</a:t>
            </a:r>
            <a:br/>
            <a:r>
              <a:t>    └───────────────────────────────┬─────────────────────────────────────┘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│ /face_detection/faces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Face Tracking Node                               │</a:t>
            </a:r>
            <a:br/>
            <a:r>
              <a:t>    │      Depth Extraction → TF2 Transform → EKF 9-state → Marker        │</a:t>
            </a:r>
            <a:br/>
            <a:r>
              <a:t>    │              camera_link → base_link 좌표 변환                        │</a:t>
            </a:r>
            <a:br/>
            <a:r>
              <a:t>    └───────────────────────────────┬─────────────────────────────────────┘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│ /face_tracking/marker_robot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Joint Tracking Node                               │</a:t>
            </a:r>
            <a:br/>
            <a:r>
              <a:t>    │     Angle Calc → Dead Zone → Velocity Control → Jog Multi Axis      │</a:t>
            </a:r>
            <a:br/>
            <a:r>
              <a:t>    │                  J1(수평) + J4(수직) 직접 제어                         │</a:t>
            </a:r>
            <a:br/>
            <a:r>
              <a:t>    └───────────────────────────────┬─────────────────────────────────────┘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  Doosan M0609          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5️⃣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기술 선택 비교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🔍 얼굴 감지 기술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속도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정확도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Haar Cascade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정확도 부족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dlib HOG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 느림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MediaPipe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△ Day3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YOLOv8-face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최종 선택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🔍 추적 필터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필터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예측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노이즈 제거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지연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Moving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약함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Low-pass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Kalman (6-state)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속도만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강함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적음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EKF (9-state)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가속도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매우 강함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🔍 로봇 제어 방식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방식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IK 필요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특이점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반응속도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Cartesian movel()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위험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느림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MoveIt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안전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느림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Joint-space Jog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빠름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6️⃣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핵심 알고리즘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🧮 Extended Kalman Filter (9-state)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상태 벡터 (9차원):</a:t>
            </a:r>
            <a:br/>
            <a:r>
              <a:t>        x = [x, y, z, vx, vy, vz, ax, ay, az]ᵀ</a:t>
            </a:r>
            <a:br/>
            <a:r>
              <a:t>             ├─위치─┤ ├──속도──┤ ├──가속도─┤</a:t>
            </a:r>
            <a:br/>
            <a:br/>
            <a:r>
              <a:t>    상태 전이 방정식 (등가속도 모델):</a:t>
            </a:r>
            <a:br/>
            <a:r>
              <a:t>        p_k = p_{k-1} + v_{k-1}·dt + 0.5·a_{k-1}·dt²</a:t>
            </a:r>
            <a:br/>
            <a:r>
              <a:t>        v_k = v_{k-1} + a_{k-1}·dt</a:t>
            </a:r>
            <a:br/>
            <a:r>
              <a:t>        a_k = a_{k-1}  (가속도 일정 가정)</a:t>
            </a:r>
            <a:br/>
            <a:br/>
            <a:r>
              <a:t>    상태 전이 행렬 F:</a:t>
            </a:r>
            <a:br/>
            <a:r>
              <a:t>        F = | I   dt·I   0.5·dt²·I |</a:t>
            </a:r>
            <a:br/>
            <a:r>
              <a:t>            | 0    I      dt·I      |</a:t>
            </a:r>
            <a:br/>
            <a:r>
              <a:t>            | 0    0       I        |</a:t>
            </a:r>
            <a:br/>
            <a:br/>
            <a:r>
              <a:t>    ✅ 효과:</a:t>
            </a:r>
            <a:br/>
            <a:r>
              <a:t>       • 노이즈 80% 감소</a:t>
            </a:r>
            <a:br/>
            <a:r>
              <a:t>       • 50ms 미래 위치 예측</a:t>
            </a:r>
            <a:br/>
            <a:r>
              <a:t>       • 빠른 움직임도 부드럽게 추적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🎮 Joint-space 제어 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💡 핵심 인사이트:</a:t>
            </a:r>
            <a:br/>
            <a:r>
              <a:t>       "얼굴 추적 = 방향 추적 문제"</a:t>
            </a:r>
            <a:br/>
            <a:r>
              <a:t>       → 로봇이 특정 위치로 갈 필요 없음</a:t>
            </a:r>
            <a:br/>
            <a:r>
              <a:t>       → 얼굴 방향만 바라보면 됨!</a:t>
            </a:r>
            <a:br/>
            <a:br/>
            <a:r>
              <a:t>    🎯 제어 전략:</a:t>
            </a:r>
            <a:br/>
            <a:r>
              <a:t>       J1: 수평 방향 (베이스 회전) - 메인</a:t>
            </a:r>
            <a:br/>
            <a:r>
              <a:t>       J4: 수직 방향 (손목 피치) - 서브</a:t>
            </a:r>
            <a:br/>
            <a:r>
              <a:t>       J2, J3, J5, J6: 고정 (팔 자세 유지)</a:t>
            </a:r>
            <a:br/>
            <a:br/>
            <a:r>
              <a:t>    📐 제어 로직:</a:t>
            </a:r>
            <a:br/>
            <a:r>
              <a:t>       error_horizontal = face_y  (로봇 Y축)</a:t>
            </a:r>
            <a:br/>
            <a:r>
              <a:t>       j1_velocity = K_p × error_horizontal</a:t>
            </a:r>
            <a:br/>
            <a:br/>
            <a:r>
              <a:t>       error_vertical = face_z    (로봇 Z축)</a:t>
            </a:r>
            <a:br/>
            <a:r>
              <a:t>       j4_velocity = K_p × error_vertical</a:t>
            </a:r>
            <a:br/>
            <a:br/>
            <a:r>
              <a:t>    ⚙️ 파라미터:</a:t>
            </a:r>
            <a:br/>
            <a:r>
              <a:t>       K_p = 0.5, Dead Zone = 2°</a:t>
            </a:r>
            <a:br/>
            <a:r>
              <a:t>       Max Vel: J1=30°/s, J4=40°/s</a:t>
            </a:r>
            <a:br/>
            <a:r>
              <a:t>       Control Rate: 50Hz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7️⃣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결과 및 성과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정량적 성과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달성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달성률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감지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150%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감지 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95%+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달성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추론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7.6ms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263%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반응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&lt;100ms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200%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추적 거리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1~2m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0.3~3m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150%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노이즈 감소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160%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✅ 정성적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조명 변화에도 안정적 감지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빠른 머리 움직임도 부드럽게 추적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특이점 문제 없이 연속 동작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멀리서도(3m) 정확한 추적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지터링/떨림 최소화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📈 Day 1 → Day 4 발전: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   • 감지: 60% → 95% (+35%)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   • 추적: 2Hz → 30Hz (15배)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•    • 지연: 250ms → 100ms (2.5배)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8️⃣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미완성 모듈 &amp; 향후 계획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📦 전체 시스템 완성도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모듈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헤드샷 트래킹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태슬라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✅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YOLOv8+EKF+Joint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SAM3 파지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성우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🔄 진행중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권총 그립 인식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피아 식별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경훈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🔄 진행중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아군/적군 분류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음성 암구호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🔄 진행중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STT/TTS 연동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웹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⏳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알림/경고 인터페이스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시스템 통합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⏳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전체 시퀀스 연결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🔧 미완성 모듈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📌 SAM3 기반 파지 (sam3_grip_detection)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Segment Anything Model 3 활용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권총 그립 포인트 자동 인식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OnRobot RG2 그리퍼 연동 필요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📌 피아 식별 모듈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아군/적군 이미지 학습 데이터 구축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YOLOv8 Classification 또는 Face Recognition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헤드샷 트래킹과 연동 필요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📌 음성 암구호 시스템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STT: 음성 → 텍스트 (Whisper 등)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TTS: 텍스트 → 음성 (gTTS 등)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암구호 판정: "오늘의 암구호는?"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🔗 통합 시퀀스 (TODO)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미구현 (SAM3 팀 담당)                          │</a:t>
            </a:r>
            <a:br/>
            <a:r>
              <a:t>    │  ┌─────────┐    ┌─────────────┐    ┌─────────────┐               │</a:t>
            </a:r>
            <a:br/>
            <a:r>
              <a:t>    │  │ 권총 감지│ → │ SAM3 그립   │ → │ 파지 &amp; 사로 │               │</a:t>
            </a:r>
            <a:br/>
            <a:r>
              <a:t>    │  │         │    │ 포인트 인식 │    │ 이동        │               │</a:t>
            </a:r>
            <a:br/>
            <a:r>
              <a:t>    │  └─────────┘    └─────────────┘    └─────────────┘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✅ 구현 완료 (태슬라)                          │</a:t>
            </a:r>
            <a:br/>
            <a:r>
              <a:t>    │  ┌─────────────┐    ┌─────────────┐    ┌─────────────┐           │</a:t>
            </a:r>
            <a:br/>
            <a:r>
              <a:t>    │  │ 얼굴 감지   │ → │ EKF 추적    │ → │ Joint 제어  │           │</a:t>
            </a:r>
            <a:br/>
            <a:r>
              <a:t>    │  │ YOLOv8-face │    │ 9-state     │    │ J1+J4       │           │</a:t>
            </a:r>
            <a:br/>
            <a:r>
              <a:t>    │  └─────────────┘    └─────────────┘    └─────────────┘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    ▼</a:t>
            </a:r>
            <a:br/>
            <a:r>
              <a:t>    ┌───────────────────────────────────────────────────────────────────┐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미구현 (경훈 + 지원 담당)                      │</a:t>
            </a:r>
            <a:br/>
            <a:r>
              <a:t>    │  ┌─────────────┐    ┌─────────────┐    ┌─────────────┐           │</a:t>
            </a:r>
            <a:br/>
            <a:r>
              <a:t>    │  │ 피아 식별   │ → │ 암구호 판정 │ → │ 발사/경고   │           │</a:t>
            </a:r>
            <a:br/>
            <a:r>
              <a:t>    │  │ 아군/적군   │    │ STT + TTS   │    │ 웹 UI       │           │</a:t>
            </a:r>
            <a:br/>
            <a:r>
              <a:t>    │  └─────────────┘    └─────────────┘    └─────────────┘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향후 통합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📅 Week 1: 개별 모듈 완성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SAM3 파지: 권총 그립 인식 완성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피아 식별: 학습 데이터 &amp; 모델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음성: STT/TTS 파이프라인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📅 Week 2: 시스템 통합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ROS2 Topic/Service 인터페이스 정의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모듈간 통신 테스트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전체 시퀀스 연결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📅 Week 3: 테스트 &amp; 데모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시나리오 테스트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예외 상황 처리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• 최종 데모 준비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📚 기술 스택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🔧 Hardware: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Doosan M0609 / RealSense D435i / NVIDIA RTX 4060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💻 Software: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ROS2 Humble / Python 3.10 / TensorRT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🧠 Algorithms: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YOLOv8n-face / 9-state EKF / Joint-space Control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📦 패키지 구조: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face_tracking/ (1,837줄)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├── detection/ (face_detection_node, yolo_detector)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├── tracking/ (face_tracking_node, ekf_filter)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   └── control/ (joint_tracking_node)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🙏 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Q&amp;A</a:t>
            </a:r>
            <a:br/>
            <a:br/>
            <a:r>
              <a:t>GitHub: github.com/taesla/rokey_c_1_collabo2</a:t>
            </a:r>
            <a:br/>
            <a:r>
              <a:t>Branch: ros-face-tracking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